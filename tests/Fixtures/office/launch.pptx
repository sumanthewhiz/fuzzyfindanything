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</p:sldIdLst>
  <p:sldSz cx="9144000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Product roadmap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t>Software product roadmap. Release timeline, customer research and delivery milestones.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>Fuzzy Find Anything acceptance tests</dc:creator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